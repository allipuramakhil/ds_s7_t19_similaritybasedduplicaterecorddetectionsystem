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4" r:id="rId1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  <Relationship Id="rId16" Type="http://schemas.openxmlformats.org/officeDocument/2006/relationships/slide" Target="slides/slide9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_arch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September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1943"/>
              </p:ext>
            </p:extLst>
          </p:nvPr>
        </p:nvGraphicFramePr>
        <p:xfrm>
          <a:off x="8193271" y="4898509"/>
          <a:ext cx="3702050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Allipuram Akhil – 2420030540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 Ruthvik Reddy – 2420030546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Surya – 2420030440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 Bonagani Prathusha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16-09-2026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Similarity-Based Duplicate Record Detection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(24AD3107)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"/>
          <p:cNvSpPr txBox="1"/>
          <p:nvPr/>
        </p:nvSpPr>
        <p:spPr>
          <a:xfrm>
            <a:off x="838200" y="1520000"/>
            <a:ext cx="1051560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Organizations collect customer and record data from multiple sources (web forms, system migrations, merges), which introduces exact and near-duplicate records that differ due to typos, formatting, or missing fields.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Manual identification of duplicate records is time-consuming, error-prone, and does not scale to large datasets.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Naively comparing every record against every other record is computationally expensive — an O(n²) operation — and becomes impractical as data volume grows.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There is a need for an automated system that detects both exact and near-duplicate records using similarity measures and machine learning, and produces a clean, deduplicated dataset.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"/>
          <p:cNvSpPr txBox="1"/>
          <p:nvPr/>
        </p:nvSpPr>
        <p:spPr>
          <a:xfrm>
            <a:off x="838200" y="1520000"/>
            <a:ext cx="1051560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Design a pipeline that pre-processes and standardizes raw record data — names, emails, phone numbers, and addresses.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Implement an efficient blocking strategy that reduces the candidate-pair search space instead of comparing every record pair.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Compute complementary similarity measures — string-based (Levenshtein ratio, Jaro-Winkler) and vector-based (TF-IDF, Cosine, Jaccard) — and combine them into a weighted similarity score.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Train and compare supervised ML classifiers (Logistic Regression, Random Forest, XGBoost) for duplicate / non-duplicate classification, with grid-search hyperparameter tuning.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Evaluate models using accuracy, precision, recall, and F1-score, and generate a cleaned, deduplicated output dataset.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/>
              </a:rPr>
              <a:t>Provide an interactive web interface for running detection, inspecting flagged pairs, and visualizing results.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Elmagarmid, Ipeirotis &amp; Verykios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Duplicate Record Detection: A Survey, IEEE TKDE, 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Comparative survey of field-matching, string-similarity, rule-based, and blocking techniques for duplicate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Establishes the blocking + similarity + classification taxonomy that most modern pipelines, including this one, still follow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Survey pre-dates deep-learning approaches; does not benchmark ML classifiers on large modern datasets</a:t>
                      </a: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Ebraheem et al.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DeepER – Deep Entity Resolution (DeepER), arXiv, 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Distributed tuple representations via word embeddings, similarity scoring, and a classifier for entity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Deep representation learning reduces manual feature engineering compared to hand-crafted similarity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High computational cost and needs large labelled training data; less interpretable than similarity-based scoring</a:t>
                      </a:r>
                    </a:p>
                  </a:txBody>
                  <a:tcPr/>
                </a:tc>
              </a:tr>
              <a:tr h="1354600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Ravikanth, Korra &amp; Mamidisetti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An Efficient Learning-Based Approach for Automatic Record Deduplication with Benchmark Datasets, Scientific Reports,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LSTM classifier combined with attribute-level similarity metrics, handling missing/null values across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Attribute-level weighting with a hybrid similarity + deep-learning classifier improves precision/recall over rule-based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Higher computational overhead; accuracy can degrade on highly noisy or partially missing records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"/>
          <p:cNvSpPr txBox="1"/>
          <p:nvPr/>
        </p:nvSpPr>
        <p:spPr>
          <a:xfrm>
            <a:off x="838200" y="2050000"/>
            <a:ext cx="10515600" cy="4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Traditional duplicate detection relies on exact matching or simple rule-based string comparison, which misses near-duplicates caused by typos, reordering, or missing fields.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Pure similarity-threshold approaches lack the discriminative power of a trained classifier and require manual threshold tuning for every new dataset.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Many existing systems compare record pairs exhaustively, which does not scale to large, real-world datasets.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/>
              </a:rPr>
              <a:t>Few systems combine blocking, multiple similarity approaches, and ML classification together with an interactive, explainable interface for verifying flagged pairs — this is the gap this project addresses.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"/>
          <p:cNvSpPr txBox="1"/>
          <p:nvPr/>
        </p:nvSpPr>
        <p:spPr>
          <a:xfrm>
            <a:off x="838200" y="2050000"/>
            <a:ext cx="10515600" cy="427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/>
              </a:rPr>
              <a:t>Combines two complementary similarity approaches — string similarity (Levenshtein / Jaro-Winkler) and vector-based similarity (TF-IDF / Cosine / Jaccard) — into one weighted combined score, rather than relying on a single measure.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/>
              </a:rPr>
              <a:t>Uses a blocking step (name-initial + phone-prefix key) so the pipeline scales to large datasets, mirroring standard practice in real-world entity resolution.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/>
              </a:rPr>
              <a:t>Learns the decision boundary with ML classifiers, grid-search tuning, and 5-fold cross-validation, instead of a manually fixed similarity threshold.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/>
              </a:rPr>
              <a:t>Applies union-find based cleaning to keep the most complete record from each duplicate cluster while producing a clean, deduplicated dataset.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/>
              </a:rPr>
              <a:t>Ships as an interactive Flask web application with side-by-side pair comparison, live progress tracking, and downloadable reports — not just a command-line script.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38200" y="2150000"/>
            <a:ext cx="10515600" cy="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E2761"/>
                </a:solidFill>
              </a:rPr>
              <a:t>The project is executed across six phases over the semester, from requirement study through final testing and documentation.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0" name="Phase Plan"/>
          <p:cNvSpPr txBox="1"/>
          <p:nvPr/>
        </p:nvSpPr>
        <p:spPr>
          <a:xfrm>
            <a:off x="838200" y="2750000"/>
            <a:ext cx="10515600" cy="3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1 (Weeks 1–2): Requirement study, literature survey, and dataset design.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2 (Weeks 3–4): Pre-processing and blocking implementation.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3 (Weeks 5–6): Feature engineering — string similarity, TF-IDF/Cosine/Jaccard, and the combined score.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4 (Weeks 7–8): ML model training, hyperparameter tuning, and evaluation.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5 (Weeks 9–10): Web interface development and pipeline integration.</a:t>
            </a:r>
          </a:p>
          <a:p>
            <a:pPr marL="285750" indent="-285750" algn="l">
              <a:spcBef>
                <a:spcPts val="1200"/>
              </a:spcBef>
              <a:buFont typeface="Arial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/>
              </a:rPr>
              <a:t>Phase 6 (Weeks 11–12): Testing, documentation, and final report / viva preparation.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1524000" y="33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/>
              <a:t>Proposed 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0" name="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000" y="1120000"/>
            <a:ext cx="4450000" cy="533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208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PRATHUSHA BONAGANI</cp:lastModifiedBy>
  <cp:revision>33</cp:revision>
  <dcterms:created xsi:type="dcterms:W3CDTF">2026-08-08T06:33:56Z</dcterms:created>
  <dcterms:modified xsi:type="dcterms:W3CDTF">2026-09-10T04:44:28Z</dcterms:modified>
</cp:coreProperties>
</file>